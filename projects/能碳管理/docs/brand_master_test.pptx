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8000"/>
            <a:ext cx="126000" cy="306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396000"/>
            <a:ext cx="939789" cy="93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000" y="2340000"/>
            <a:ext cx="738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4B9E31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测试封面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3852000"/>
            <a:ext cx="73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199"/>
                </a:solidFill>
                <a:latin typeface="Inter"/>
                <a:ea typeface="PingFang SC"/>
              </a:rPr>
              <a:t>Test Subtitle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3240000"/>
            <a:ext cx="11468952" cy="1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3384000"/>
            <a:ext cx="720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</a:pPr>
            <a:r>
              <a:rPr sz="44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4B9E31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浅色封面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" y="5004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216"/>
                </a:solidFill>
                <a:latin typeface="Inter"/>
                <a:ea typeface="PingFang SC"/>
              </a:rPr>
              <a:t>Light Cover Subtitle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55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2025-05</a:t>
            </a:r>
          </a:p>
        </p:txBody>
      </p:sp>
      <p:pic>
        <p:nvPicPr>
          <p:cNvPr id="7" name="Picture 6" descr="logo-stacked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504000"/>
            <a:ext cx="867497" cy="86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4B9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第一章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内容页测试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000" y="1440000"/>
            <a:ext cx="10676952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要点1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要点2</a:t>
            </a:r>
          </a:p>
          <a:p>
            <a:pPr>
              <a:lnSpc>
                <a:spcPts val="2100"/>
              </a:lnSpc>
              <a:spcBef>
                <a:spcPts val="800"/>
              </a:spcBef>
            </a:pPr>
            <a:r>
              <a:rPr sz="1700">
                <a:solidFill>
                  <a:srgbClr val="3D444A"/>
                </a:solidFill>
                <a:latin typeface="Inter"/>
                <a:ea typeface="PingFang SC"/>
              </a:rPr>
              <a:t>• 要点3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指标页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horizontal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6000" y="1512000"/>
            <a:ext cx="5194476" cy="4590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000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4B9E31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3276000"/>
            <a:ext cx="4762476" cy="2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476" y="1512000"/>
            <a:ext cx="5194476" cy="4590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4476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4B9E31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3天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4476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4476" y="3276000"/>
            <a:ext cx="4762476" cy="2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techX">
  <a:themeElements>
    <a:clrScheme name="ArktechX Colors">
      <a:dk1>
        <a:srgbClr val="0E1216"/>
      </a:dk1>
      <a:lt1>
        <a:srgbClr val="FFFFFF"/>
      </a:lt1>
      <a:dk2>
        <a:srgbClr val="3D444A"/>
      </a:dk2>
      <a:lt2>
        <a:srgbClr val="F2F3F5"/>
      </a:lt2>
      <a:accent1>
        <a:srgbClr val="3EC99E"/>
      </a:accent1>
      <a:accent2>
        <a:srgbClr val="C8E13C"/>
      </a:accent2>
      <a:accent3>
        <a:srgbClr val="4B9E31"/>
      </a:accent3>
      <a:accent4>
        <a:srgbClr val="8A9199"/>
      </a:accent4>
      <a:accent5>
        <a:srgbClr val="D0D5DD"/>
      </a:accent5>
      <a:accent6>
        <a:srgbClr val="EAFAF5"/>
      </a:accent6>
      <a:hlink>
        <a:srgbClr val="3EC99E"/>
      </a:hlink>
      <a:folHlink>
        <a:srgbClr val="4B9E31"/>
      </a:folHlink>
    </a:clrScheme>
    <a:fontScheme name="ArktechX Fonts">
      <a:majorFont>
        <a:latin typeface="Inter"/>
        <a:ea typeface="PingFang SC"/>
        <a:cs typeface=""/>
      </a:majorFont>
      <a:minorFont>
        <a:latin typeface="Inter"/>
        <a:ea typeface="PingFang SC"/>
        <a:cs typeface=""/>
      </a:minorFont>
    </a:fontScheme>
    <a:fmtScheme name="Arktech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0000" dist="12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